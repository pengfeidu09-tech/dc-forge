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930" y="0"/>
            <a:ext cx="10264140" cy="68573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66825" y="605790"/>
            <a:ext cx="9802495" cy="19507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75610" y="1113155"/>
            <a:ext cx="19246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4"/>
                </a:solidFill>
              </a:rPr>
              <a:t>内部知识管理系统</a:t>
            </a:r>
            <a:endParaRPr lang="zh-CN" altLang="en-US" sz="3200" b="1">
              <a:solidFill>
                <a:schemeClr val="accent4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23670" y="3429000"/>
            <a:ext cx="3924935" cy="19507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87550" y="4137025"/>
            <a:ext cx="27965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4"/>
                </a:solidFill>
              </a:rPr>
              <a:t>用户需求与进展状态</a:t>
            </a:r>
            <a:r>
              <a:rPr lang="zh-CN" altLang="en-US" sz="3200" b="1">
                <a:solidFill>
                  <a:schemeClr val="accent4"/>
                </a:solidFill>
              </a:rPr>
              <a:t>管理</a:t>
            </a:r>
            <a:endParaRPr lang="zh-CN" altLang="en-US" sz="3200" b="1">
              <a:solidFill>
                <a:schemeClr val="accent4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00190" y="3580130"/>
            <a:ext cx="4627880" cy="19507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12405" y="4264025"/>
            <a:ext cx="2796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4"/>
                </a:solidFill>
              </a:rPr>
              <a:t>方案生成</a:t>
            </a:r>
            <a:r>
              <a:rPr lang="zh-CN" altLang="en-US" sz="3200" b="1">
                <a:solidFill>
                  <a:schemeClr val="accent4"/>
                </a:solidFill>
              </a:rPr>
              <a:t>系统</a:t>
            </a:r>
            <a:endParaRPr lang="zh-CN" altLang="en-US" sz="3200" b="1">
              <a:solidFill>
                <a:schemeClr val="accent4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1095" y="5530850"/>
            <a:ext cx="3515995" cy="122936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03705" y="5810250"/>
            <a:ext cx="279590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chemeClr val="accent4"/>
                </a:solidFill>
              </a:rPr>
              <a:t>飞书客户</a:t>
            </a:r>
            <a:r>
              <a:rPr lang="en-US" altLang="zh-CN" sz="3200" b="1">
                <a:solidFill>
                  <a:schemeClr val="accent4"/>
                </a:solidFill>
              </a:rPr>
              <a:t>+</a:t>
            </a:r>
            <a:r>
              <a:rPr lang="zh-CN" altLang="en-US" sz="3200" b="1">
                <a:solidFill>
                  <a:schemeClr val="accent4"/>
                </a:solidFill>
              </a:rPr>
              <a:t>前端</a:t>
            </a:r>
            <a:r>
              <a:rPr lang="zh-CN" altLang="en-US" sz="3200" b="1">
                <a:solidFill>
                  <a:schemeClr val="accent4"/>
                </a:solidFill>
              </a:rPr>
              <a:t>工作台</a:t>
            </a:r>
            <a:endParaRPr lang="zh-CN" altLang="en-US" sz="3200" b="1">
              <a:solidFill>
                <a:schemeClr val="accent4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28660" y="5589270"/>
            <a:ext cx="3758565" cy="122936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291320" y="5949315"/>
            <a:ext cx="279590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chemeClr val="accent4"/>
                </a:solidFill>
              </a:rPr>
              <a:t>内部的</a:t>
            </a:r>
            <a:r>
              <a:rPr lang="en-US" altLang="zh-CN" sz="3200" b="1">
                <a:solidFill>
                  <a:schemeClr val="accent4"/>
                </a:solidFill>
              </a:rPr>
              <a:t>skill （</a:t>
            </a:r>
            <a:r>
              <a:rPr lang="zh-CN" altLang="en-US" sz="3200" b="1">
                <a:solidFill>
                  <a:schemeClr val="accent4"/>
                </a:solidFill>
              </a:rPr>
              <a:t>能迭代</a:t>
            </a:r>
            <a:r>
              <a:rPr lang="en-US" altLang="zh-CN" sz="3200" b="1">
                <a:solidFill>
                  <a:schemeClr val="accent4"/>
                </a:solidFill>
              </a:rPr>
              <a:t>）</a:t>
            </a:r>
            <a:endParaRPr lang="en-US" altLang="zh-CN" sz="3200" b="1">
              <a:solidFill>
                <a:schemeClr val="accent4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79035" y="5628640"/>
            <a:ext cx="3027680" cy="122936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97195" y="5949315"/>
            <a:ext cx="199072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chemeClr val="accent4"/>
                </a:solidFill>
              </a:rPr>
              <a:t>成果</a:t>
            </a:r>
            <a:r>
              <a:rPr lang="zh-CN" altLang="en-US" sz="3200" b="1">
                <a:solidFill>
                  <a:schemeClr val="accent4"/>
                </a:solidFill>
              </a:rPr>
              <a:t>展示</a:t>
            </a:r>
            <a:endParaRPr lang="zh-CN" altLang="en-US" sz="3200" b="1">
              <a:solidFill>
                <a:schemeClr val="accent4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各个系统完成</a:t>
            </a:r>
            <a:r>
              <a:rPr lang="zh-CN" altLang="en-US"/>
              <a:t>优先级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/>
              <a:t>T0:  </a:t>
            </a:r>
            <a:r>
              <a:rPr lang="zh-CN" altLang="en-US"/>
              <a:t>内部知识系统</a:t>
            </a:r>
            <a:r>
              <a:rPr lang="en-US" altLang="zh-CN"/>
              <a:t>（</a:t>
            </a:r>
            <a:r>
              <a:rPr lang="zh-CN" altLang="en-US"/>
              <a:t>针对以前解决过的客户需求</a:t>
            </a:r>
            <a:r>
              <a:rPr lang="en-US" altLang="zh-CN"/>
              <a:t>，</a:t>
            </a:r>
            <a:r>
              <a:rPr lang="zh-CN" altLang="en-US"/>
              <a:t>管理</a:t>
            </a:r>
            <a:r>
              <a:rPr lang="en-US" altLang="zh-CN"/>
              <a:t> Part 1 </a:t>
            </a:r>
            <a:r>
              <a:rPr lang="zh-CN" altLang="en-US"/>
              <a:t>提到的数据</a:t>
            </a:r>
            <a:r>
              <a:rPr lang="en-US" altLang="zh-CN"/>
              <a:t>，</a:t>
            </a:r>
            <a:r>
              <a:rPr lang="zh-CN" altLang="en-US"/>
              <a:t>要支持内部员工和</a:t>
            </a:r>
            <a:r>
              <a:rPr lang="en-US" altLang="zh-CN"/>
              <a:t>AI </a:t>
            </a:r>
            <a:r>
              <a:rPr lang="zh-CN" altLang="en-US"/>
              <a:t>查看</a:t>
            </a:r>
            <a:r>
              <a:rPr lang="en-US" altLang="zh-CN"/>
              <a:t>）（zyk） ， </a:t>
            </a:r>
            <a:r>
              <a:rPr lang="zh-CN" altLang="en-US"/>
              <a:t>方案生成系统</a:t>
            </a:r>
            <a:r>
              <a:rPr lang="en-US" altLang="zh-CN"/>
              <a:t>（dpf）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T1: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用户需求分析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(dpf）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与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进展状态管理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 （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主要是给内部员工看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，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专门给客户做一个展示端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）（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wqt）</a:t>
            </a:r>
            <a:br>
              <a:rPr lang="en-US" altLang="zh-CN" b="1">
                <a:solidFill>
                  <a:schemeClr val="accent4"/>
                </a:solidFill>
                <a:sym typeface="+mn-ea"/>
              </a:rPr>
            </a:br>
            <a:br>
              <a:rPr lang="en-US" altLang="zh-CN" b="1">
                <a:solidFill>
                  <a:schemeClr val="accent4"/>
                </a:solidFill>
                <a:sym typeface="+mn-ea"/>
              </a:rPr>
            </a:br>
            <a:r>
              <a:rPr lang="en-US" altLang="zh-CN" b="1">
                <a:solidFill>
                  <a:schemeClr val="accent4"/>
                </a:solidFill>
                <a:sym typeface="+mn-ea"/>
              </a:rPr>
              <a:t>  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飞书客户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 +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前端工作台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（wqt）</a:t>
            </a:r>
            <a:endParaRPr lang="zh-CN" altLang="en-US" b="1">
              <a:solidFill>
                <a:schemeClr val="accent4"/>
              </a:solidFill>
            </a:endParaRPr>
          </a:p>
          <a:p>
            <a:endParaRPr lang="zh-CN" altLang="en-US" b="1">
              <a:solidFill>
                <a:schemeClr val="accent4"/>
              </a:solidFill>
            </a:endParaRPr>
          </a:p>
          <a:p>
            <a:r>
              <a:rPr lang="en-US" altLang="zh-CN" b="1">
                <a:solidFill>
                  <a:schemeClr val="accent4"/>
                </a:solidFill>
              </a:rPr>
              <a:t>T2: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内部的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skill（zyk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收集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）    wqt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做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迭代</a:t>
            </a:r>
            <a:endParaRPr lang="en-US" altLang="zh-CN" b="1">
              <a:solidFill>
                <a:schemeClr val="accent4"/>
              </a:solidFill>
            </a:endParaRPr>
          </a:p>
          <a:p>
            <a:endParaRPr lang="en-US" altLang="zh-CN" b="1">
              <a:solidFill>
                <a:schemeClr val="accent4"/>
              </a:solidFill>
            </a:endParaRPr>
          </a:p>
          <a:p>
            <a:r>
              <a:rPr lang="en-US" altLang="zh-CN" b="1">
                <a:solidFill>
                  <a:schemeClr val="accent4"/>
                </a:solidFill>
              </a:rPr>
              <a:t>T3: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成果展示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dpf）</a:t>
            </a:r>
            <a:endParaRPr lang="en-US" altLang="zh-CN" b="1">
              <a:solidFill>
                <a:schemeClr val="accent4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各个系统完成</a:t>
            </a:r>
            <a:r>
              <a:rPr lang="zh-CN" altLang="en-US"/>
              <a:t>优先级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T0:  </a:t>
            </a:r>
            <a:r>
              <a:rPr lang="zh-CN" altLang="en-US"/>
              <a:t>内部知识系统</a:t>
            </a:r>
            <a:r>
              <a:rPr lang="en-US" altLang="zh-CN"/>
              <a:t> ， </a:t>
            </a:r>
            <a:r>
              <a:rPr lang="zh-CN" altLang="en-US"/>
              <a:t>方案生成</a:t>
            </a:r>
            <a:r>
              <a:rPr lang="zh-CN" altLang="en-US"/>
              <a:t>系统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T1: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用户需求与进展状态管理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    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飞书客户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+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前端工作台</a:t>
            </a:r>
            <a:endParaRPr lang="zh-CN" altLang="en-US" b="1">
              <a:solidFill>
                <a:schemeClr val="accent4"/>
              </a:solidFill>
            </a:endParaRPr>
          </a:p>
          <a:p>
            <a:endParaRPr lang="zh-CN" altLang="en-US" b="1">
              <a:solidFill>
                <a:schemeClr val="accent4"/>
              </a:solidFill>
            </a:endParaRPr>
          </a:p>
          <a:p>
            <a:r>
              <a:rPr lang="en-US" altLang="zh-CN" b="1">
                <a:solidFill>
                  <a:schemeClr val="accent4"/>
                </a:solidFill>
              </a:rPr>
              <a:t>T2: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内部的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skill （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能迭代</a:t>
            </a:r>
            <a:r>
              <a:rPr lang="en-US" altLang="zh-CN" b="1">
                <a:solidFill>
                  <a:schemeClr val="accent4"/>
                </a:solidFill>
                <a:sym typeface="+mn-ea"/>
              </a:rPr>
              <a:t>）</a:t>
            </a:r>
            <a:endParaRPr lang="en-US" altLang="zh-CN" b="1">
              <a:solidFill>
                <a:schemeClr val="accent4"/>
              </a:solidFill>
            </a:endParaRPr>
          </a:p>
          <a:p>
            <a:endParaRPr lang="en-US" altLang="zh-CN" b="1">
              <a:solidFill>
                <a:schemeClr val="accent4"/>
              </a:solidFill>
            </a:endParaRPr>
          </a:p>
          <a:p>
            <a:r>
              <a:rPr lang="en-US" altLang="zh-CN" b="1">
                <a:solidFill>
                  <a:schemeClr val="accent4"/>
                </a:solidFill>
              </a:rPr>
              <a:t>T3: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成果展示</a:t>
            </a:r>
            <a:endParaRPr lang="en-US" altLang="zh-CN" b="1">
              <a:solidFill>
                <a:schemeClr val="accent4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040" y="0"/>
            <a:ext cx="977392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WPS 演示</Application>
  <PresentationFormat>宽屏</PresentationFormat>
  <Paragraphs>32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方正雅意黑 GB18030L2</vt:lpstr>
      <vt:lpstr>Arial Unicode MS</vt:lpstr>
      <vt:lpstr>WPS</vt:lpstr>
      <vt:lpstr>PowerPoint 演示文稿</vt:lpstr>
      <vt:lpstr>PowerPoint 演示文稿</vt:lpstr>
      <vt:lpstr>各个系统完成优先级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weiqt</cp:lastModifiedBy>
  <cp:revision>164</cp:revision>
  <dcterms:created xsi:type="dcterms:W3CDTF">2026-08-09T15:04:19Z</dcterms:created>
  <dcterms:modified xsi:type="dcterms:W3CDTF">2026-08-09T15:04:19Z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D294CE6B13091557FE8F786AC834D588_41</vt:lpwstr>
  </property>
</Properties>
</file>